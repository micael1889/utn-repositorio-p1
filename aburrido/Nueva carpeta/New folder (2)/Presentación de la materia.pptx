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31c647fa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31c647fa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31c647fa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31c647fa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31c647fa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31c647fa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31c647fa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31c647fa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rro.cvg.utn.edu.ar/course/view.php?id=959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hatGPT Image 1 jul 2025, 08_31_35 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675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780500" y="4502200"/>
            <a:ext cx="324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>
            <p:ph idx="4294967295" type="body"/>
          </p:nvPr>
        </p:nvSpPr>
        <p:spPr>
          <a:xfrm>
            <a:off x="5780500" y="2726700"/>
            <a:ext cx="3363600" cy="24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DOCENTES: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Prof. Ing. Nicolás Alessio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Ing. Lucas N. Vacchino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Lic. Santiago Spini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Año 2025 - 2º Cuatrimestre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7147500" cy="17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Comprender y analizar los conceptos fundamentales del análisis de datos.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Identificar las problemáticas fundamentales de datos.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Reconocer ámbitos y aplicaciones del análisis de datos.</a:t>
            </a:r>
            <a:endParaRPr/>
          </a:p>
        </p:txBody>
      </p:sp>
      <p:pic>
        <p:nvPicPr>
          <p:cNvPr id="63" name="Google Shape;63;p14" title="ChatGPT Image 1 jul 2025, 08_31_35 p.m..png"/>
          <p:cNvPicPr preferRelativeResize="0"/>
          <p:nvPr/>
        </p:nvPicPr>
        <p:blipFill rotWithShape="1">
          <a:blip r:embed="rId3">
            <a:alphaModFix/>
          </a:blip>
          <a:srcRect b="27940" l="9798" r="56310" t="25784"/>
          <a:stretch/>
        </p:blipFill>
        <p:spPr>
          <a:xfrm>
            <a:off x="7617875" y="182925"/>
            <a:ext cx="1353951" cy="15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CONTENIDOS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7147500" cy="14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UNIDAD Nº 1: Introducción al análisis de datos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UNIDAD Nº 2: Análisis Exploratorio de Datos (EDA)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UNIDAD Nº </a:t>
            </a:r>
            <a:r>
              <a:rPr lang="es">
                <a:solidFill>
                  <a:srgbClr val="252525"/>
                </a:solidFill>
              </a:rPr>
              <a:t>3</a:t>
            </a:r>
            <a:r>
              <a:rPr lang="es">
                <a:solidFill>
                  <a:srgbClr val="252525"/>
                </a:solidFill>
              </a:rPr>
              <a:t>: Modelado</a:t>
            </a:r>
            <a:endParaRPr>
              <a:solidFill>
                <a:srgbClr val="252525"/>
              </a:solidFill>
            </a:endParaRPr>
          </a:p>
        </p:txBody>
      </p:sp>
      <p:pic>
        <p:nvPicPr>
          <p:cNvPr id="70" name="Google Shape;70;p15" title="ChatGPT Image 1 jul 2025, 08_31_35 p.m..png"/>
          <p:cNvPicPr preferRelativeResize="0"/>
          <p:nvPr/>
        </p:nvPicPr>
        <p:blipFill rotWithShape="1">
          <a:blip r:embed="rId3">
            <a:alphaModFix/>
          </a:blip>
          <a:srcRect b="27940" l="9798" r="56310" t="25784"/>
          <a:stretch/>
        </p:blipFill>
        <p:spPr>
          <a:xfrm>
            <a:off x="7617875" y="182925"/>
            <a:ext cx="1353951" cy="1564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2947700"/>
            <a:ext cx="7147500" cy="17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PARCIAL de promoción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TRABAJO PRÁCTICO</a:t>
            </a:r>
            <a:endParaRPr>
              <a:solidFill>
                <a:srgbClr val="252525"/>
              </a:solidFill>
            </a:endParaRPr>
          </a:p>
          <a:p>
            <a:pPr indent="-342900" lvl="1" marL="9144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○"/>
            </a:pPr>
            <a:r>
              <a:rPr lang="es" sz="1800">
                <a:solidFill>
                  <a:srgbClr val="252525"/>
                </a:solidFill>
              </a:rPr>
              <a:t>Parte 1: Análisis de Datos</a:t>
            </a:r>
            <a:endParaRPr sz="1800">
              <a:solidFill>
                <a:srgbClr val="252525"/>
              </a:solidFill>
            </a:endParaRPr>
          </a:p>
          <a:p>
            <a:pPr indent="-342900" lvl="1" marL="9144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○"/>
            </a:pPr>
            <a:r>
              <a:rPr lang="es" sz="1800">
                <a:solidFill>
                  <a:srgbClr val="252525"/>
                </a:solidFill>
              </a:rPr>
              <a:t>Parte 2: Modelado</a:t>
            </a:r>
            <a:endParaRPr sz="1800">
              <a:solidFill>
                <a:srgbClr val="252525"/>
              </a:solidFill>
            </a:endParaRPr>
          </a:p>
        </p:txBody>
      </p:sp>
      <p:cxnSp>
        <p:nvCxnSpPr>
          <p:cNvPr id="72" name="Google Shape;72;p15"/>
          <p:cNvCxnSpPr/>
          <p:nvPr/>
        </p:nvCxnSpPr>
        <p:spPr>
          <a:xfrm>
            <a:off x="454075" y="2706050"/>
            <a:ext cx="6176400" cy="1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5651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CONDICIONES DE APROBACIÓN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71475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252525"/>
                </a:solidFill>
              </a:rPr>
              <a:t>REGULARIZACIÓN</a:t>
            </a:r>
            <a:endParaRPr u="sng"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Asistencia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TPI - Parte 1</a:t>
            </a:r>
            <a:endParaRPr>
              <a:solidFill>
                <a:srgbClr val="252525"/>
              </a:solidFill>
            </a:endParaRPr>
          </a:p>
          <a:p>
            <a:pPr indent="0" lvl="0" marL="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525"/>
              </a:solidFill>
            </a:endParaRPr>
          </a:p>
          <a:p>
            <a:pPr indent="0" lvl="0" marL="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252525"/>
                </a:solidFill>
              </a:rPr>
              <a:t>APROBACIÓN DIRECTA</a:t>
            </a:r>
            <a:endParaRPr u="sng"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Asistencia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TPI - Parte 1 y 2</a:t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Parcial de promoción</a:t>
            </a:r>
            <a:endParaRPr>
              <a:solidFill>
                <a:srgbClr val="252525"/>
              </a:solidFill>
            </a:endParaRPr>
          </a:p>
        </p:txBody>
      </p:sp>
      <p:pic>
        <p:nvPicPr>
          <p:cNvPr id="79" name="Google Shape;79;p16" title="ChatGPT Image 1 jul 2025, 08_31_35 p.m..png"/>
          <p:cNvPicPr preferRelativeResize="0"/>
          <p:nvPr/>
        </p:nvPicPr>
        <p:blipFill rotWithShape="1">
          <a:blip r:embed="rId3">
            <a:alphaModFix/>
          </a:blip>
          <a:srcRect b="27940" l="9798" r="56310" t="25784"/>
          <a:stretch/>
        </p:blipFill>
        <p:spPr>
          <a:xfrm>
            <a:off x="7617875" y="182925"/>
            <a:ext cx="1353951" cy="15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CVG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7147500" cy="17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C4 - INTRODUCCIÓN AL ANÁLISIS DE DATOS</a:t>
            </a:r>
            <a:endParaRPr>
              <a:solidFill>
                <a:srgbClr val="252525"/>
              </a:solidFill>
            </a:endParaRPr>
          </a:p>
          <a:p>
            <a:pPr indent="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252525"/>
                </a:solidFill>
              </a:rPr>
              <a:t>(</a:t>
            </a:r>
            <a:r>
              <a:rPr lang="es" sz="1500" u="sng">
                <a:solidFill>
                  <a:schemeClr val="hlink"/>
                </a:solidFill>
                <a:hlinkClick r:id="rId3"/>
              </a:rPr>
              <a:t>https://frro.cvg.utn.edu.ar/course/view.php?id=959</a:t>
            </a:r>
            <a:r>
              <a:rPr lang="es" sz="1500">
                <a:solidFill>
                  <a:srgbClr val="252525"/>
                </a:solidFill>
              </a:rPr>
              <a:t>)</a:t>
            </a:r>
            <a:endParaRPr sz="1500">
              <a:solidFill>
                <a:srgbClr val="252525"/>
              </a:solidFill>
            </a:endParaRPr>
          </a:p>
          <a:p>
            <a:pPr indent="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52525"/>
              </a:solidFill>
            </a:endParaRPr>
          </a:p>
          <a:p>
            <a:pPr indent="-342900" lvl="0" marL="457200" marR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800"/>
              <a:buChar char="●"/>
            </a:pPr>
            <a:r>
              <a:rPr lang="es">
                <a:solidFill>
                  <a:srgbClr val="252525"/>
                </a:solidFill>
              </a:rPr>
              <a:t>CLAVE AUTOMATRICULACIÓN: </a:t>
            </a:r>
            <a:endParaRPr>
              <a:solidFill>
                <a:srgbClr val="252525"/>
              </a:solidFill>
            </a:endParaRPr>
          </a:p>
        </p:txBody>
      </p:sp>
      <p:pic>
        <p:nvPicPr>
          <p:cNvPr id="86" name="Google Shape;86;p17" title="ChatGPT Image 1 jul 2025, 08_31_35 p.m..png"/>
          <p:cNvPicPr preferRelativeResize="0"/>
          <p:nvPr/>
        </p:nvPicPr>
        <p:blipFill rotWithShape="1">
          <a:blip r:embed="rId4">
            <a:alphaModFix/>
          </a:blip>
          <a:srcRect b="27940" l="9798" r="56310" t="25784"/>
          <a:stretch/>
        </p:blipFill>
        <p:spPr>
          <a:xfrm>
            <a:off x="7617875" y="182925"/>
            <a:ext cx="1353951" cy="15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